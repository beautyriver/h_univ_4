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59" r:id="rId4"/>
    <p:sldId id="261" r:id="rId5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9" autoAdjust="0"/>
    <p:restoredTop sz="94660"/>
  </p:normalViewPr>
  <p:slideViewPr>
    <p:cSldViewPr>
      <p:cViewPr varScale="1">
        <p:scale>
          <a:sx n="110" d="100"/>
          <a:sy n="110" d="100"/>
        </p:scale>
        <p:origin x="1392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각 삼각형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제목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7" name="부제목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ko-KR" altLang="en-US"/>
              <a:t>마스터 부제목 스타일 편집</a:t>
            </a:r>
            <a:endParaRPr kumimoji="0" lang="en-US"/>
          </a:p>
        </p:txBody>
      </p:sp>
      <p:grpSp>
        <p:nvGrpSpPr>
          <p:cNvPr id="2" name="그룹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자유형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자유형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자유형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직선 연결선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날짜 개체 틀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E8B16ABB-C9E8-4AB9-8DBA-CF21AA47EDC3}" type="datetimeFigureOut">
              <a:rPr lang="ko-KR" altLang="en-US" smtClean="0"/>
              <a:t>2024-05-28</a:t>
            </a:fld>
            <a:endParaRPr lang="ko-KR" altLang="en-US"/>
          </a:p>
        </p:txBody>
      </p:sp>
      <p:sp>
        <p:nvSpPr>
          <p:cNvPr id="19" name="바닥글 개체 틀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27" name="슬라이드 번호 개체 틀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0AD84AD9-BFDE-4F6D-BB79-633E95D26F53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16ABB-C9E8-4AB9-8DBA-CF21AA47EDC3}" type="datetimeFigureOut">
              <a:rPr lang="ko-KR" altLang="en-US" smtClean="0"/>
              <a:t>2024-05-28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84AD9-BFDE-4F6D-BB79-633E95D26F5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16ABB-C9E8-4AB9-8DBA-CF21AA47EDC3}" type="datetimeFigureOut">
              <a:rPr lang="ko-KR" altLang="en-US" smtClean="0"/>
              <a:t>2024-05-28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84AD9-BFDE-4F6D-BB79-633E95D26F5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갈매기형 수장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갈매기형 수장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16ABB-C9E8-4AB9-8DBA-CF21AA47EDC3}" type="datetimeFigureOut">
              <a:rPr lang="ko-KR" altLang="en-US" smtClean="0"/>
              <a:t>2024-05-28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84AD9-BFDE-4F6D-BB79-633E95D26F5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16ABB-C9E8-4AB9-8DBA-CF21AA47EDC3}" type="datetimeFigureOut">
              <a:rPr lang="ko-KR" altLang="en-US" smtClean="0"/>
              <a:t>2024-05-28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84AD9-BFDE-4F6D-BB79-633E95D26F53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16ABB-C9E8-4AB9-8DBA-CF21AA47EDC3}" type="datetimeFigureOut">
              <a:rPr lang="ko-KR" altLang="en-US" smtClean="0"/>
              <a:t>2024-05-28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84AD9-BFDE-4F6D-BB79-633E95D26F5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16ABB-C9E8-4AB9-8DBA-CF21AA47EDC3}" type="datetimeFigureOut">
              <a:rPr lang="ko-KR" altLang="en-US" smtClean="0"/>
              <a:t>2024-05-28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84AD9-BFDE-4F6D-BB79-633E95D26F53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E8B16ABB-C9E8-4AB9-8DBA-CF21AA47EDC3}" type="datetimeFigureOut">
              <a:rPr lang="ko-KR" altLang="en-US" smtClean="0"/>
              <a:t>2024-05-28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84AD9-BFDE-4F6D-BB79-633E95D26F53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ko-KR" altLang="en-US"/>
              <a:t>그림을 추가하려면 아이콘을 클릭하십시오</a:t>
            </a:r>
            <a:endParaRPr kumimoji="0" lang="en-US" dirty="0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E8B16ABB-C9E8-4AB9-8DBA-CF21AA47EDC3}" type="datetimeFigureOut">
              <a:rPr lang="ko-KR" altLang="en-US" smtClean="0"/>
              <a:t>2024-05-28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0AD84AD9-BFDE-4F6D-BB79-633E95D26F5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8" name="자유형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자유형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직각 삼각형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직선 연결선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갈매기형 수장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갈매기형 수장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16ABB-C9E8-4AB9-8DBA-CF21AA47EDC3}" type="datetimeFigureOut">
              <a:rPr lang="ko-KR" altLang="en-US" smtClean="0"/>
              <a:t>2024-05-28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84AD9-BFDE-4F6D-BB79-633E95D26F53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16ABB-C9E8-4AB9-8DBA-CF21AA47EDC3}" type="datetimeFigureOut">
              <a:rPr lang="ko-KR" altLang="en-US" smtClean="0"/>
              <a:t>2024-05-28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84AD9-BFDE-4F6D-BB79-633E95D26F53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자유형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직각 삼각형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직선 연결선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개체 틀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0" name="텍스트 개체 틀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/>
              <a:t>둘째 수준</a:t>
            </a:r>
          </a:p>
          <a:p>
            <a:pPr lvl="2" eaLnBrk="1" latinLnBrk="0" hangingPunct="1"/>
            <a:r>
              <a:rPr kumimoji="0" lang="ko-KR" altLang="en-US"/>
              <a:t>셋째 수준</a:t>
            </a:r>
          </a:p>
          <a:p>
            <a:pPr lvl="3" eaLnBrk="1" latinLnBrk="0" hangingPunct="1"/>
            <a:r>
              <a:rPr kumimoji="0" lang="ko-KR" altLang="en-US"/>
              <a:t>넷째 수준</a:t>
            </a:r>
          </a:p>
          <a:p>
            <a:pPr lvl="4" eaLnBrk="1" latinLnBrk="0" hangingPunct="1"/>
            <a:r>
              <a:rPr kumimoji="0" lang="ko-KR" altLang="en-US"/>
              <a:t>다섯째 수준</a:t>
            </a:r>
            <a:endParaRPr kumimoji="0" lang="en-US"/>
          </a:p>
        </p:txBody>
      </p:sp>
      <p:sp>
        <p:nvSpPr>
          <p:cNvPr id="10" name="날짜 개체 틀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E8B16ABB-C9E8-4AB9-8DBA-CF21AA47EDC3}" type="datetimeFigureOut">
              <a:rPr lang="ko-KR" altLang="en-US" smtClean="0"/>
              <a:t>2024-05-28</a:t>
            </a:fld>
            <a:endParaRPr lang="ko-KR" altLang="en-US"/>
          </a:p>
        </p:txBody>
      </p:sp>
      <p:sp>
        <p:nvSpPr>
          <p:cNvPr id="22" name="바닥글 개체 틀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18" name="슬라이드 번호 개체 틀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0AD84AD9-BFDE-4F6D-BB79-633E95D26F53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1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1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1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1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1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1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/>
              <a:t>멀티스레드서버</a:t>
            </a:r>
            <a:r>
              <a:rPr lang="ko-KR" altLang="en-US" dirty="0"/>
              <a:t> 실습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홍익대학교 게임소프트웨어전공</a:t>
            </a:r>
            <a:endParaRPr lang="en-US" altLang="ko-KR" dirty="0"/>
          </a:p>
          <a:p>
            <a:r>
              <a:rPr lang="ko-KR" altLang="en-US"/>
              <a:t>김혜영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930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교재의 </a:t>
            </a:r>
            <a:r>
              <a:rPr lang="en-US" altLang="ko-KR" dirty="0" err="1"/>
              <a:t>MultiThread</a:t>
            </a:r>
            <a:r>
              <a:rPr lang="en-US" altLang="ko-KR" dirty="0"/>
              <a:t> </a:t>
            </a:r>
            <a:r>
              <a:rPr lang="ko-KR" altLang="en-US" dirty="0"/>
              <a:t>서버 분석 및 실행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  <a:r>
              <a:rPr lang="en-US" altLang="ko-KR" dirty="0"/>
              <a:t> 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07142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제목 1"/>
          <p:cNvSpPr>
            <a:spLocks noGrp="1"/>
          </p:cNvSpPr>
          <p:nvPr>
            <p:ph type="title"/>
          </p:nvPr>
        </p:nvSpPr>
        <p:spPr>
          <a:xfrm>
            <a:off x="1049216" y="1"/>
            <a:ext cx="7794381" cy="765175"/>
          </a:xfrm>
        </p:spPr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5059" name="내용 개체 틀 2"/>
          <p:cNvSpPr>
            <a:spLocks noGrp="1"/>
          </p:cNvSpPr>
          <p:nvPr>
            <p:ph idx="1"/>
          </p:nvPr>
        </p:nvSpPr>
        <p:spPr>
          <a:xfrm>
            <a:off x="251520" y="908720"/>
            <a:ext cx="8856984" cy="5112568"/>
          </a:xfrm>
        </p:spPr>
        <p:txBody>
          <a:bodyPr>
            <a:normAutofit fontScale="77500" lnSpcReduction="20000"/>
          </a:bodyPr>
          <a:lstStyle/>
          <a:p>
            <a:r>
              <a:rPr lang="ko-KR" altLang="en-US" dirty="0" err="1"/>
              <a:t>멀티스레드를</a:t>
            </a:r>
            <a:r>
              <a:rPr lang="ko-KR" altLang="en-US" dirty="0"/>
              <a:t> 사용하여 모듈화 또는</a:t>
            </a:r>
            <a:r>
              <a:rPr lang="en-US" altLang="ko-KR" dirty="0"/>
              <a:t> </a:t>
            </a:r>
            <a:r>
              <a:rPr lang="ko-KR" altLang="en-US" dirty="0" err="1"/>
              <a:t>클래스화된</a:t>
            </a:r>
            <a:r>
              <a:rPr lang="ko-KR" altLang="en-US" dirty="0"/>
              <a:t> 서버 클라이언트를 작성하시오</a:t>
            </a:r>
            <a:r>
              <a:rPr lang="en-US" altLang="ko-KR" dirty="0"/>
              <a:t>. </a:t>
            </a:r>
          </a:p>
          <a:p>
            <a:pPr>
              <a:buNone/>
            </a:pP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클라이언트에서는 간단한 문자열을 보내면 서버에서 그 문자열을 받아 </a:t>
            </a:r>
            <a:r>
              <a:rPr lang="ko-KR" altLang="en-US" dirty="0" err="1"/>
              <a:t>출력하시오</a:t>
            </a:r>
            <a:r>
              <a:rPr lang="en-US" altLang="ko-KR" dirty="0"/>
              <a:t>.</a:t>
            </a:r>
          </a:p>
          <a:p>
            <a:pPr>
              <a:buNone/>
            </a:pPr>
            <a:endParaRPr lang="en-US" altLang="ko-KR" dirty="0"/>
          </a:p>
          <a:p>
            <a:pPr>
              <a:buFontTx/>
              <a:buChar char="-"/>
            </a:pPr>
            <a:r>
              <a:rPr lang="ko-KR" altLang="en-US" dirty="0"/>
              <a:t>패킷 설계는 간단하게 문자열만 처리함</a:t>
            </a:r>
            <a:endParaRPr lang="en-US" altLang="ko-KR" dirty="0"/>
          </a:p>
          <a:p>
            <a:pPr marL="109728" indent="0">
              <a:buNone/>
            </a:pP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길이</a:t>
            </a:r>
            <a:r>
              <a:rPr lang="en-US" altLang="ko-KR" dirty="0"/>
              <a:t>(2byte, short)</a:t>
            </a:r>
          </a:p>
          <a:p>
            <a:pPr marL="109728" indent="0">
              <a:buNone/>
            </a:pPr>
            <a:r>
              <a:rPr lang="en-US" altLang="ko-KR" dirty="0"/>
              <a:t>      </a:t>
            </a:r>
            <a:r>
              <a:rPr lang="ko-KR" altLang="en-US" dirty="0"/>
              <a:t>헤더</a:t>
            </a:r>
            <a:r>
              <a:rPr lang="en-US" altLang="ko-KR" dirty="0"/>
              <a:t>(1byte, char) </a:t>
            </a:r>
            <a:r>
              <a:rPr lang="ko-KR" altLang="en-US" dirty="0"/>
              <a:t>예</a:t>
            </a:r>
            <a:r>
              <a:rPr lang="en-US" altLang="ko-KR" dirty="0"/>
              <a:t>: PK_DATA</a:t>
            </a:r>
          </a:p>
          <a:p>
            <a:pPr marL="109728" indent="0">
              <a:buNone/>
            </a:pPr>
            <a:r>
              <a:rPr lang="en-US" altLang="ko-KR" dirty="0"/>
              <a:t>      </a:t>
            </a:r>
            <a:r>
              <a:rPr lang="ko-KR" altLang="en-US" dirty="0"/>
              <a:t>데이터</a:t>
            </a:r>
            <a:r>
              <a:rPr lang="en-US" altLang="ko-KR" dirty="0"/>
              <a:t>( 20byte, char)</a:t>
            </a:r>
          </a:p>
          <a:p>
            <a:pPr marL="109728" indent="0">
              <a:buNone/>
            </a:pPr>
            <a:r>
              <a:rPr lang="en-US" altLang="ko-KR" dirty="0"/>
              <a:t>      </a:t>
            </a:r>
            <a:r>
              <a:rPr lang="ko-KR" altLang="en-US" dirty="0" err="1"/>
              <a:t>엔드마커</a:t>
            </a:r>
            <a:r>
              <a:rPr lang="en-US" altLang="ko-KR" dirty="0"/>
              <a:t>(2byte, short) </a:t>
            </a:r>
            <a:r>
              <a:rPr lang="ko-KR" altLang="en-US" dirty="0"/>
              <a:t>예</a:t>
            </a:r>
            <a:r>
              <a:rPr lang="en-US" altLang="ko-KR" dirty="0"/>
              <a:t>: 0xffffffff</a:t>
            </a:r>
          </a:p>
          <a:p>
            <a:pPr marL="109728" indent="0">
              <a:buNone/>
            </a:pP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여러 개의 클라이언트의 연결 요청에 대해 </a:t>
            </a:r>
            <a:r>
              <a:rPr lang="ko-KR" altLang="en-US" dirty="0" err="1"/>
              <a:t>처리하시오</a:t>
            </a:r>
            <a:r>
              <a:rPr lang="en-US" altLang="ko-KR" dirty="0"/>
              <a:t>.</a:t>
            </a:r>
          </a:p>
          <a:p>
            <a:pPr marL="109728" indent="0">
              <a:buNone/>
            </a:pP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모듈화 또는</a:t>
            </a:r>
            <a:r>
              <a:rPr lang="en-US" altLang="ko-KR" dirty="0"/>
              <a:t> </a:t>
            </a:r>
            <a:r>
              <a:rPr lang="ko-KR" altLang="en-US" dirty="0"/>
              <a:t>클래스화 시키시오</a:t>
            </a:r>
            <a:r>
              <a:rPr lang="en-US" altLang="ko-KR" dirty="0"/>
              <a:t>.</a:t>
            </a:r>
            <a:br>
              <a:rPr lang="en-US" altLang="ko-KR" dirty="0"/>
            </a:br>
            <a:br>
              <a:rPr lang="en-US" altLang="ko-KR" dirty="0"/>
            </a:b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95672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457200" y="1481328"/>
            <a:ext cx="8723312" cy="4525963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dirty="0"/>
              <a:t>서버에 </a:t>
            </a:r>
            <a:r>
              <a:rPr lang="en-US" altLang="ko-KR" dirty="0"/>
              <a:t>share</a:t>
            </a:r>
            <a:r>
              <a:rPr lang="ko-KR" altLang="en-US" dirty="0"/>
              <a:t>라는 </a:t>
            </a:r>
            <a:r>
              <a:rPr lang="en-US" altLang="ko-KR" dirty="0" err="1"/>
              <a:t>int</a:t>
            </a:r>
            <a:r>
              <a:rPr lang="ko-KR" altLang="en-US" dirty="0"/>
              <a:t>형 변수가 </a:t>
            </a:r>
            <a:r>
              <a:rPr lang="en-US" altLang="ko-KR" dirty="0"/>
              <a:t>0</a:t>
            </a:r>
            <a:r>
              <a:rPr lang="ko-KR" altLang="en-US" dirty="0"/>
              <a:t>으로 초기화되어 있음</a:t>
            </a:r>
            <a:r>
              <a:rPr lang="en-US" altLang="ko-KR" dirty="0"/>
              <a:t>(</a:t>
            </a:r>
            <a:r>
              <a:rPr lang="ko-KR" altLang="en-US" dirty="0"/>
              <a:t>공유자료임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클라이언트가 서버에 접속하여 자신의 </a:t>
            </a:r>
            <a:r>
              <a:rPr lang="en-US" altLang="ko-KR" dirty="0"/>
              <a:t>IP</a:t>
            </a:r>
            <a:r>
              <a:rPr lang="ko-KR" altLang="en-US" dirty="0"/>
              <a:t>를 문자열로 보냄</a:t>
            </a:r>
            <a:endParaRPr lang="en-US" altLang="ko-KR" dirty="0"/>
          </a:p>
          <a:p>
            <a:r>
              <a:rPr lang="ko-KR" altLang="en-US" dirty="0"/>
              <a:t>서버는 클라이언트 </a:t>
            </a:r>
            <a:r>
              <a:rPr lang="en-US" altLang="ko-KR" dirty="0"/>
              <a:t>IP </a:t>
            </a:r>
            <a:r>
              <a:rPr lang="ko-KR" altLang="en-US" dirty="0"/>
              <a:t>와</a:t>
            </a:r>
            <a:r>
              <a:rPr lang="en-US" altLang="ko-KR" dirty="0"/>
              <a:t> </a:t>
            </a:r>
            <a:r>
              <a:rPr lang="ko-KR" altLang="en-US" dirty="0"/>
              <a:t>함께 </a:t>
            </a:r>
            <a:r>
              <a:rPr lang="en-US" altLang="ko-KR" dirty="0"/>
              <a:t>share</a:t>
            </a:r>
            <a:r>
              <a:rPr lang="ko-KR" altLang="en-US" dirty="0"/>
              <a:t>의 값을 보내준다</a:t>
            </a:r>
            <a:r>
              <a:rPr lang="en-US" altLang="ko-KR" dirty="0"/>
              <a:t>.</a:t>
            </a:r>
          </a:p>
          <a:p>
            <a:pPr marL="109728" indent="0">
              <a:buNone/>
            </a:pPr>
            <a:r>
              <a:rPr lang="en-US" altLang="ko-KR" dirty="0"/>
              <a:t>  </a:t>
            </a:r>
            <a:r>
              <a:rPr lang="ko-KR" altLang="en-US" dirty="0"/>
              <a:t>예</a:t>
            </a:r>
            <a:r>
              <a:rPr lang="en-US" altLang="ko-KR" dirty="0"/>
              <a:t>) 203.128.234.4  share=10</a:t>
            </a:r>
          </a:p>
          <a:p>
            <a:r>
              <a:rPr lang="ko-KR" altLang="en-US" dirty="0"/>
              <a:t>클라이언트는 받은 </a:t>
            </a:r>
            <a:r>
              <a:rPr lang="en-US" altLang="ko-KR" dirty="0"/>
              <a:t>share</a:t>
            </a:r>
            <a:r>
              <a:rPr lang="ko-KR" altLang="en-US" dirty="0"/>
              <a:t>값에 </a:t>
            </a:r>
            <a:r>
              <a:rPr lang="en-US" altLang="ko-KR" dirty="0"/>
              <a:t>10</a:t>
            </a:r>
            <a:r>
              <a:rPr lang="ko-KR" altLang="en-US" dirty="0"/>
              <a:t>을 더하여 보낸다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서버는 받은 </a:t>
            </a:r>
            <a:r>
              <a:rPr lang="en-US" altLang="ko-KR" dirty="0"/>
              <a:t>share </a:t>
            </a:r>
            <a:r>
              <a:rPr lang="ko-KR" altLang="en-US" dirty="0"/>
              <a:t>으로 서버에 있는 </a:t>
            </a:r>
            <a:r>
              <a:rPr lang="en-US" altLang="ko-KR" dirty="0"/>
              <a:t>share </a:t>
            </a:r>
            <a:r>
              <a:rPr lang="ko-KR" altLang="en-US" dirty="0"/>
              <a:t>값으로 수정한다</a:t>
            </a:r>
            <a:r>
              <a:rPr lang="en-US" altLang="ko-KR" dirty="0"/>
              <a:t>.</a:t>
            </a:r>
          </a:p>
          <a:p>
            <a:pPr marL="109728" indent="0">
              <a:buNone/>
            </a:pPr>
            <a:endParaRPr lang="en-US" altLang="ko-KR" dirty="0"/>
          </a:p>
          <a:p>
            <a:pPr marL="109728" indent="0">
              <a:buNone/>
            </a:pPr>
            <a:r>
              <a:rPr lang="ko-KR" altLang="en-US" dirty="0"/>
              <a:t>위의 기능을 </a:t>
            </a:r>
            <a:r>
              <a:rPr lang="en-US" altLang="ko-KR" dirty="0"/>
              <a:t>3</a:t>
            </a:r>
            <a:r>
              <a:rPr lang="ko-KR" altLang="en-US" dirty="0"/>
              <a:t>개이상의 클라이언트를 처리할 수 있도록</a:t>
            </a:r>
            <a:r>
              <a:rPr lang="en-US" altLang="ko-KR" dirty="0"/>
              <a:t> </a:t>
            </a:r>
            <a:r>
              <a:rPr lang="ko-KR" altLang="en-US" dirty="0" err="1"/>
              <a:t>클래스다이어그램을</a:t>
            </a:r>
            <a:r>
              <a:rPr lang="ko-KR" altLang="en-US" dirty="0"/>
              <a:t> 그리고</a:t>
            </a:r>
            <a:r>
              <a:rPr lang="en-US" altLang="ko-KR" dirty="0"/>
              <a:t>, </a:t>
            </a:r>
            <a:r>
              <a:rPr lang="ko-KR" altLang="en-US" dirty="0"/>
              <a:t> </a:t>
            </a:r>
            <a:r>
              <a:rPr lang="ko-KR" altLang="en-US" dirty="0" err="1"/>
              <a:t>멀티스레드</a:t>
            </a:r>
            <a:r>
              <a:rPr lang="ko-KR" altLang="en-US" dirty="0"/>
              <a:t> 서버로 구현하시오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7746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광장">
  <a:themeElements>
    <a:clrScheme name="광장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광장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광장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44</TotalTime>
  <Words>171</Words>
  <Application>Microsoft Office PowerPoint</Application>
  <PresentationFormat>화면 슬라이드 쇼(4:3)</PresentationFormat>
  <Paragraphs>25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Lucida Sans Unicode</vt:lpstr>
      <vt:lpstr>Verdana</vt:lpstr>
      <vt:lpstr>Wingdings 2</vt:lpstr>
      <vt:lpstr>Wingdings 3</vt:lpstr>
      <vt:lpstr>광장</vt:lpstr>
      <vt:lpstr>멀티스레드서버 실습</vt:lpstr>
      <vt:lpstr>실습 1</vt:lpstr>
      <vt:lpstr>실습 2</vt:lpstr>
      <vt:lpstr>실습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멀티스레드서버 실습</dc:title>
  <dc:creator>hykim</dc:creator>
  <cp:lastModifiedBy>안대순</cp:lastModifiedBy>
  <cp:revision>14</cp:revision>
  <dcterms:created xsi:type="dcterms:W3CDTF">2013-10-08T18:09:31Z</dcterms:created>
  <dcterms:modified xsi:type="dcterms:W3CDTF">2024-05-28T09:10:50Z</dcterms:modified>
</cp:coreProperties>
</file>